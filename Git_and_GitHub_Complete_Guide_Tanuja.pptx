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9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83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27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26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0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7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6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34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93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6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166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2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 &amp; GitHub – Complete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From File Creation to GitHub</a:t>
            </a:r>
          </a:p>
          <a:p>
            <a:r>
              <a:rPr dirty="0"/>
              <a:t>Prepared by </a:t>
            </a:r>
            <a:r>
              <a:rPr lang="en-US" dirty="0"/>
              <a:t>Tanuja Pammina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Version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Tracks file changes over time</a:t>
            </a:r>
          </a:p>
          <a:p>
            <a:r>
              <a:t>• Allows rollback</a:t>
            </a:r>
          </a:p>
          <a:p>
            <a:r>
              <a:t>• Enables teamwork</a:t>
            </a:r>
          </a:p>
          <a:p>
            <a:r>
              <a:t>• Prevents data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Distributed Version Control System</a:t>
            </a:r>
          </a:p>
          <a:p>
            <a:r>
              <a:t>• Created by Linus Torvalds</a:t>
            </a:r>
          </a:p>
          <a:p>
            <a:r>
              <a:t>• Fast and secure</a:t>
            </a:r>
          </a:p>
          <a:p>
            <a:r>
              <a:t>• Industry standard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vs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Git:</a:t>
            </a:r>
          </a:p>
          <a:p>
            <a:r>
              <a:t>• Local tool</a:t>
            </a:r>
          </a:p>
          <a:p>
            <a:r>
              <a:t>• Version control</a:t>
            </a:r>
          </a:p>
          <a:p>
            <a:endParaRPr/>
          </a:p>
          <a:p>
            <a:r>
              <a:t>GitHub:</a:t>
            </a:r>
          </a:p>
          <a:p>
            <a:r>
              <a:t>• Online platform</a:t>
            </a:r>
          </a:p>
          <a:p>
            <a:r>
              <a:t>• Collaboration &amp; backup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Git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--version</a:t>
            </a:r>
          </a:p>
          <a:p>
            <a:endParaRPr/>
          </a:p>
          <a:p>
            <a:r>
              <a:t>• Confirms installation</a:t>
            </a:r>
          </a:p>
          <a:p>
            <a:r>
              <a:t>• Shows Git 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Commands:</a:t>
            </a:r>
          </a:p>
          <a:p>
            <a:r>
              <a:t> git config --global user.name "Your Name"</a:t>
            </a:r>
          </a:p>
          <a:p>
            <a:r>
              <a:t> git config --global user.email "email@example.com"</a:t>
            </a:r>
          </a:p>
          <a:p>
            <a:endParaRPr/>
          </a:p>
          <a:p>
            <a:r>
              <a:t>• Required before 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Initialize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init</a:t>
            </a:r>
          </a:p>
          <a:p>
            <a:endParaRPr/>
          </a:p>
          <a:p>
            <a:r>
              <a:t>• Creates .git folder</a:t>
            </a:r>
          </a:p>
          <a:p>
            <a:r>
              <a:t>• Starts tracking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</a:t>
            </a:r>
          </a:p>
          <a:p>
            <a:r>
              <a:t> touch index.html</a:t>
            </a:r>
          </a:p>
          <a:p>
            <a:r>
              <a:t> touch app.py</a:t>
            </a:r>
          </a:p>
          <a:p>
            <a:endParaRPr/>
          </a:p>
          <a:p>
            <a:r>
              <a:t>• Files are untracked initially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status</a:t>
            </a:r>
          </a:p>
          <a:p>
            <a:endParaRPr/>
          </a:p>
          <a:p>
            <a:r>
              <a:t>• Shows untracked, staged &amp; modified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Commands:</a:t>
            </a:r>
          </a:p>
          <a:p>
            <a:r>
              <a:t> git add file.txt</a:t>
            </a:r>
          </a:p>
          <a:p>
            <a:r>
              <a:t> git add .</a:t>
            </a:r>
          </a:p>
          <a:p>
            <a:endParaRPr/>
          </a:p>
          <a:p>
            <a:r>
              <a:t>• Moves files to staging area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commit -m "message"</a:t>
            </a:r>
          </a:p>
          <a:p>
            <a:endParaRPr/>
          </a:p>
          <a:p>
            <a:r>
              <a:t>• Saves snapshot</a:t>
            </a:r>
          </a:p>
          <a:p>
            <a:r>
              <a:t>• Each commit has unique 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Commit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log</a:t>
            </a:r>
          </a:p>
          <a:p>
            <a:endParaRPr/>
          </a:p>
          <a:p>
            <a:r>
              <a:t>• Shows commit history details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Branches in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Parallel development</a:t>
            </a:r>
          </a:p>
          <a:p>
            <a:r>
              <a:t>• Default branch: main</a:t>
            </a:r>
          </a:p>
          <a:p>
            <a:r>
              <a:t>• Safe feature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branch feature-branch</a:t>
            </a:r>
          </a:p>
          <a:p>
            <a:endParaRPr/>
          </a:p>
          <a:p>
            <a:r>
              <a:t>• Creates new branch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checkout feature-branch</a:t>
            </a:r>
          </a:p>
          <a:p>
            <a:endParaRPr/>
          </a:p>
          <a:p>
            <a:r>
              <a:t>• Moves HEAD to branch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merge feature-branch</a:t>
            </a:r>
          </a:p>
          <a:p>
            <a:endParaRPr/>
          </a:p>
          <a:p>
            <a:r>
              <a:t>• Combines branches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repository hosting</a:t>
            </a:r>
          </a:p>
          <a:p>
            <a:r>
              <a:t>• Collaboration platform</a:t>
            </a:r>
          </a:p>
          <a:p>
            <a:r>
              <a:t>• Backup for 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Remote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remote add origin repo_url</a:t>
            </a:r>
          </a:p>
          <a:p>
            <a:endParaRPr/>
          </a:p>
          <a:p>
            <a:r>
              <a:t>• Connects local to GitHub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Remote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remote -v</a:t>
            </a:r>
          </a:p>
          <a:p>
            <a:endParaRPr/>
          </a:p>
          <a:p>
            <a:r>
              <a:t>• Verifies remote URL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to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push origin main</a:t>
            </a:r>
          </a:p>
          <a:p>
            <a:endParaRPr/>
          </a:p>
          <a:p>
            <a:r>
              <a:t>• Uploads commits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Clone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clone repo_url</a:t>
            </a:r>
          </a:p>
          <a:p>
            <a:endParaRPr/>
          </a:p>
          <a:p>
            <a:r>
              <a:t>• Copies repo locally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pull origin main</a:t>
            </a:r>
          </a:p>
          <a:p>
            <a:endParaRPr/>
          </a:p>
          <a:p>
            <a:r>
              <a:t>• Fetch + merge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Fetch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fetch</a:t>
            </a:r>
          </a:p>
          <a:p>
            <a:endParaRPr/>
          </a:p>
          <a:p>
            <a:r>
              <a:t>• Downloads updates safely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diff</a:t>
            </a:r>
          </a:p>
          <a:p>
            <a:endParaRPr/>
          </a:p>
          <a:p>
            <a:r>
              <a:t>• Shows line-by-line changes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Undo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Commands:</a:t>
            </a:r>
          </a:p>
          <a:p>
            <a:r>
              <a:t> git reset</a:t>
            </a:r>
          </a:p>
          <a:p>
            <a:r>
              <a:t> git revert commit_id</a:t>
            </a:r>
          </a:p>
          <a:p>
            <a:endParaRPr/>
          </a:p>
          <a:p>
            <a:r>
              <a:t>• Reset removes</a:t>
            </a:r>
          </a:p>
          <a:p>
            <a:r>
              <a:t>• Revert is safe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Stash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Commands:</a:t>
            </a:r>
          </a:p>
          <a:p>
            <a:r>
              <a:t> git stash</a:t>
            </a:r>
          </a:p>
          <a:p>
            <a:r>
              <a:t> git stash pop</a:t>
            </a:r>
          </a:p>
          <a:p>
            <a:endParaRPr/>
          </a:p>
          <a:p>
            <a:r>
              <a:t>• Temporary save work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Ignore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.gitignore</a:t>
            </a:r>
          </a:p>
          <a:p>
            <a:endParaRPr/>
          </a:p>
          <a:p>
            <a:r>
              <a:t>• node_modules/</a:t>
            </a:r>
          </a:p>
          <a:p>
            <a:r>
              <a:t>• .env</a:t>
            </a:r>
          </a:p>
          <a:p>
            <a:r>
              <a:t>• *.log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files</a:t>
            </a:r>
          </a:p>
          <a:p>
            <a:r>
              <a:t>2. git status</a:t>
            </a:r>
          </a:p>
          <a:p>
            <a:r>
              <a:t>3. git add</a:t>
            </a:r>
          </a:p>
          <a:p>
            <a:r>
              <a:t>4. git commit</a:t>
            </a:r>
          </a:p>
          <a:p>
            <a:r>
              <a:t>5. git push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Git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Essential for jobs</a:t>
            </a:r>
          </a:p>
          <a:p>
            <a:r>
              <a:t>• Team collaboration</a:t>
            </a:r>
          </a:p>
          <a:p>
            <a:r>
              <a:t>• Used in AI/ML &amp; software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 manages versions</a:t>
            </a:r>
          </a:p>
          <a:p>
            <a:r>
              <a:t>• GitHub enables collaboration</a:t>
            </a:r>
          </a:p>
          <a:p>
            <a:r>
              <a:t>• Industry standard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495</Words>
  <Application>Microsoft Office PowerPoint</Application>
  <PresentationFormat>On-screen Show (4:3)</PresentationFormat>
  <Paragraphs>158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Gill Sans MT</vt:lpstr>
      <vt:lpstr>Gallery</vt:lpstr>
      <vt:lpstr>Git &amp; GitHub – Complete Guide</vt:lpstr>
      <vt:lpstr>What is Version Control?</vt:lpstr>
      <vt:lpstr>What is Git?</vt:lpstr>
      <vt:lpstr>Git vs GitHub</vt:lpstr>
      <vt:lpstr>Check Git Installation</vt:lpstr>
      <vt:lpstr>Git Configuration</vt:lpstr>
      <vt:lpstr>Initialize Repository</vt:lpstr>
      <vt:lpstr>Create Files</vt:lpstr>
      <vt:lpstr>Check Status</vt:lpstr>
      <vt:lpstr>Stage Files</vt:lpstr>
      <vt:lpstr>Commit Changes</vt:lpstr>
      <vt:lpstr>View Commit History</vt:lpstr>
      <vt:lpstr>Branches in Git</vt:lpstr>
      <vt:lpstr>Create Branch</vt:lpstr>
      <vt:lpstr>Switch Branch</vt:lpstr>
      <vt:lpstr>Merge Branch</vt:lpstr>
      <vt:lpstr>What is GitHub?</vt:lpstr>
      <vt:lpstr>Add Remote Repository</vt:lpstr>
      <vt:lpstr>Check Remote</vt:lpstr>
      <vt:lpstr>Push to GitHub</vt:lpstr>
      <vt:lpstr>Clone Repository</vt:lpstr>
      <vt:lpstr>Pull Changes</vt:lpstr>
      <vt:lpstr>Fetch Changes</vt:lpstr>
      <vt:lpstr>View Differences</vt:lpstr>
      <vt:lpstr>Undo Changes</vt:lpstr>
      <vt:lpstr>Stash Changes</vt:lpstr>
      <vt:lpstr>Ignore Files</vt:lpstr>
      <vt:lpstr>Git Workflow</vt:lpstr>
      <vt:lpstr>Why Git is Important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– Complete Guide</dc:title>
  <dc:subject/>
  <dc:creator>Tanuja Pammina</dc:creator>
  <cp:keywords/>
  <dc:description>generated using python-pptx</dc:description>
  <cp:lastModifiedBy>Tanuja Pammina</cp:lastModifiedBy>
  <cp:revision>3</cp:revision>
  <dcterms:created xsi:type="dcterms:W3CDTF">2013-01-27T09:14:16Z</dcterms:created>
  <dcterms:modified xsi:type="dcterms:W3CDTF">2026-01-19T05:33:34Z</dcterms:modified>
  <cp:category/>
</cp:coreProperties>
</file>